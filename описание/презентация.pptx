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34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7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27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52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11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70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29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43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89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4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3486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655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4249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838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538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6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3D7B7-5880-47FC-9D49-546D6BDD8EBF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A1862E8-2587-4221-B4BA-8DD3E4E3FD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3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project/SQLAlchemy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9E04D-405D-D347-2112-F72E0820D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Website “tovarish”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3DAD6F-5FA7-6308-1243-275F06EBC1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Колокольцев Алексей ФТЛ</a:t>
            </a:r>
          </a:p>
        </p:txBody>
      </p:sp>
    </p:spTree>
    <p:extLst>
      <p:ext uri="{BB962C8B-B14F-4D97-AF65-F5344CB8AC3E}">
        <p14:creationId xmlns:p14="http://schemas.microsoft.com/office/powerpoint/2010/main" val="294467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768BA2-0E3A-7883-779C-F568CB7C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3CEE6A-363B-1512-6B70-462BAE82D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1520"/>
            <a:ext cx="8596668" cy="147792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Идеей сайта </a:t>
            </a:r>
            <a:r>
              <a:rPr lang="en-US" dirty="0"/>
              <a:t>“tovarish”</a:t>
            </a:r>
            <a:r>
              <a:rPr lang="ru-RU" dirty="0"/>
              <a:t> является создание дизайнерского магазина одежды, который изменит понимание моды, красоты и норм одежды. На сайте можно купить одежду ограниченного тиража. Сами продукты выполнены оригинально, на принтах представлены дизайнеры создавшие линейки одежды. На данный момент только линейка </a:t>
            </a:r>
            <a:r>
              <a:rPr lang="en-US" dirty="0"/>
              <a:t>“</a:t>
            </a:r>
            <a:r>
              <a:rPr lang="en-US" dirty="0" err="1"/>
              <a:t>tvorci-tovarishi</a:t>
            </a:r>
            <a:r>
              <a:rPr lang="en-US" dirty="0"/>
              <a:t>”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9B9425-D6AF-EB54-4FDC-86D90C5E348C}"/>
              </a:ext>
            </a:extLst>
          </p:cNvPr>
          <p:cNvSpPr txBox="1">
            <a:spLocks/>
          </p:cNvSpPr>
          <p:nvPr/>
        </p:nvSpPr>
        <p:spPr>
          <a:xfrm>
            <a:off x="677334" y="3550969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проекта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DDCD97E6-7755-B613-7714-15D93CD7CB41}"/>
              </a:ext>
            </a:extLst>
          </p:cNvPr>
          <p:cNvSpPr txBox="1">
            <a:spLocks/>
          </p:cNvSpPr>
          <p:nvPr/>
        </p:nvSpPr>
        <p:spPr>
          <a:xfrm>
            <a:off x="677334" y="4770471"/>
            <a:ext cx="8596668" cy="147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D6089C0B-09A0-1773-52A9-A49B32613F9C}"/>
              </a:ext>
            </a:extLst>
          </p:cNvPr>
          <p:cNvSpPr txBox="1">
            <a:spLocks/>
          </p:cNvSpPr>
          <p:nvPr/>
        </p:nvSpPr>
        <p:spPr>
          <a:xfrm>
            <a:off x="677334" y="4613342"/>
            <a:ext cx="8596668" cy="147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dirty="0"/>
              <a:t>Изучить программирование сайтов на библиотеке </a:t>
            </a:r>
            <a:r>
              <a:rPr lang="en-US" dirty="0"/>
              <a:t>flask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Создать работоспособный сайт</a:t>
            </a:r>
          </a:p>
          <a:p>
            <a:pPr>
              <a:buFont typeface="+mj-lt"/>
              <a:buAutoNum type="arabicPeriod"/>
            </a:pPr>
            <a:r>
              <a:rPr lang="ru-RU" dirty="0"/>
              <a:t>Создать товары для сайта</a:t>
            </a:r>
          </a:p>
          <a:p>
            <a:pPr marL="0" indent="0">
              <a:buFont typeface="Wingdings 3" charset="2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572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0B753-B670-3CF4-A0DD-C992FD81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 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77A40-7ADA-F481-5A7A-1ACA6F06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состоит из двух файлов </a:t>
            </a:r>
            <a:r>
              <a:rPr lang="en-US" dirty="0"/>
              <a:t>python </a:t>
            </a:r>
            <a:r>
              <a:rPr lang="ru-RU" dirty="0"/>
              <a:t>кода. </a:t>
            </a:r>
            <a:r>
              <a:rPr lang="en-US" dirty="0"/>
              <a:t>App – </a:t>
            </a:r>
            <a:r>
              <a:rPr lang="ru-RU" dirty="0"/>
              <a:t>основное приложение сайта. В нем обработка взаимодействия человека с кодом, загрузка страниц, запуск сервера и </a:t>
            </a:r>
            <a:r>
              <a:rPr lang="ru-RU" dirty="0" err="1"/>
              <a:t>тп</a:t>
            </a:r>
            <a:r>
              <a:rPr lang="ru-RU" dirty="0"/>
              <a:t>. </a:t>
            </a:r>
            <a:r>
              <a:rPr lang="en-US" dirty="0"/>
              <a:t>Models </a:t>
            </a:r>
            <a:r>
              <a:rPr lang="ru-RU" dirty="0"/>
              <a:t>– для взаимодействия кода с базой данных - описание таблиц на языке </a:t>
            </a:r>
            <a:r>
              <a:rPr lang="en-US" dirty="0"/>
              <a:t>python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чтоб не было необходимости в постоянных </a:t>
            </a:r>
            <a:r>
              <a:rPr lang="en-US" dirty="0"/>
              <a:t>SQL </a:t>
            </a:r>
            <a:r>
              <a:rPr lang="ru-RU" dirty="0"/>
              <a:t>запросах.</a:t>
            </a:r>
          </a:p>
          <a:p>
            <a:r>
              <a:rPr lang="ru-RU" dirty="0"/>
              <a:t>18 </a:t>
            </a:r>
            <a:r>
              <a:rPr lang="en-US" dirty="0" err="1"/>
              <a:t>png</a:t>
            </a:r>
            <a:r>
              <a:rPr lang="en-US" dirty="0"/>
              <a:t> </a:t>
            </a:r>
            <a:r>
              <a:rPr lang="ru-RU" dirty="0"/>
              <a:t>картинок из которых – 15 товары и 3 баннеры.</a:t>
            </a:r>
          </a:p>
          <a:p>
            <a:r>
              <a:rPr lang="ru-RU" dirty="0"/>
              <a:t>9 файлов </a:t>
            </a:r>
            <a:r>
              <a:rPr lang="en-US" dirty="0"/>
              <a:t>HTML </a:t>
            </a:r>
            <a:r>
              <a:rPr lang="ru-RU" dirty="0"/>
              <a:t>из который присутствует шаблон </a:t>
            </a:r>
            <a:r>
              <a:rPr lang="en-US" dirty="0"/>
              <a:t>– base</a:t>
            </a:r>
            <a:r>
              <a:rPr lang="ru-RU" dirty="0"/>
              <a:t> с подключением </a:t>
            </a:r>
            <a:r>
              <a:rPr lang="en-US" dirty="0"/>
              <a:t>bootstrap</a:t>
            </a:r>
            <a:r>
              <a:rPr lang="ru-RU" dirty="0"/>
              <a:t>, общей структурой страниц и 8 файлов различных страниц сайта.</a:t>
            </a:r>
          </a:p>
        </p:txBody>
      </p:sp>
    </p:spTree>
    <p:extLst>
      <p:ext uri="{BB962C8B-B14F-4D97-AF65-F5344CB8AC3E}">
        <p14:creationId xmlns:p14="http://schemas.microsoft.com/office/powerpoint/2010/main" val="3150541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9EDC5-ED97-93C5-D5AD-FB709C50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и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BA7E65-B680-B504-3BBA-88A6F65F5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Сайт имеет множество особенностей и примененных технологий</a:t>
            </a:r>
            <a:r>
              <a:rPr lang="en-US" dirty="0"/>
              <a:t>. </a:t>
            </a:r>
            <a:r>
              <a:rPr lang="ru-RU" dirty="0"/>
              <a:t>Создана видимость прогресса заказа – заказ в пути/доставлен, приложение искусственно ждет 2 минуты перед тем, как обновить статус. Присутствует выбор одежды от </a:t>
            </a:r>
            <a:r>
              <a:rPr lang="en-US" dirty="0"/>
              <a:t>XS </a:t>
            </a:r>
            <a:r>
              <a:rPr lang="ru-RU" dirty="0"/>
              <a:t>до </a:t>
            </a:r>
            <a:r>
              <a:rPr lang="en-US" dirty="0"/>
              <a:t>XL. </a:t>
            </a:r>
            <a:r>
              <a:rPr lang="ru-RU" dirty="0"/>
              <a:t>Применен минималистичный черно-белый дизайн. Есть защита, от случайно не правильно введенного пароля при регистрации, также проверка на существование аккаунта с таким же логином. Всего 15 товаров от носков до кофт и 3 баннера с самыми лучшими работами. Есть также полная история заказов и корзина.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Применены технологии библиотеки </a:t>
            </a:r>
            <a:r>
              <a:rPr lang="en-US" dirty="0"/>
              <a:t>Flask </a:t>
            </a:r>
            <a:r>
              <a:rPr lang="ru-RU" dirty="0"/>
              <a:t>для создания основных функций сайта, </a:t>
            </a:r>
            <a:r>
              <a:rPr lang="en-US" dirty="0" err="1"/>
              <a:t>SQLAlchemy</a:t>
            </a:r>
            <a:r>
              <a:rPr lang="en-US" dirty="0"/>
              <a:t> </a:t>
            </a:r>
            <a:r>
              <a:rPr lang="ru-RU" dirty="0"/>
              <a:t>обеспечивает </a:t>
            </a:r>
            <a:r>
              <a:rPr lang="en-US" dirty="0"/>
              <a:t>ORM </a:t>
            </a:r>
            <a:r>
              <a:rPr lang="ru-RU" dirty="0"/>
              <a:t>для работы с базой данных через объекты </a:t>
            </a:r>
            <a:r>
              <a:rPr lang="en-US" dirty="0"/>
              <a:t>Python</a:t>
            </a:r>
            <a:r>
              <a:rPr lang="ru-RU" dirty="0"/>
              <a:t>, </a:t>
            </a:r>
            <a:r>
              <a:rPr lang="en-US" dirty="0"/>
              <a:t>Bootstrap </a:t>
            </a:r>
            <a:r>
              <a:rPr lang="ru-RU" dirty="0"/>
              <a:t>для шаблонов, готовых компонентов и разметок, </a:t>
            </a:r>
            <a:r>
              <a:rPr lang="en-US" dirty="0"/>
              <a:t>JavaScript </a:t>
            </a:r>
            <a:r>
              <a:rPr lang="ru-RU" dirty="0"/>
              <a:t>при регистрации для изменений сайта без перезагрузки у пользователя.</a:t>
            </a:r>
            <a:endParaRPr lang="en-US" dirty="0">
              <a:hlinkClick r:id="rId2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96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86DD9-4CA2-70FD-BF43-FAB2B9FD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8B9105-AD96-67D8-3DB7-6738F0B3A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заключении хочу сказать, что я выполнил все поставленные задачи</a:t>
            </a:r>
            <a:r>
              <a:rPr lang="en-US" dirty="0"/>
              <a:t>: </a:t>
            </a:r>
            <a:r>
              <a:rPr lang="ru-RU" dirty="0"/>
              <a:t>изучил библиотеку </a:t>
            </a:r>
            <a:r>
              <a:rPr lang="en-US" dirty="0"/>
              <a:t>Flas</a:t>
            </a:r>
            <a:r>
              <a:rPr lang="ru-RU" dirty="0"/>
              <a:t> и другие для создания полноценного сайта, создал уже готовый продукт на котором есть искусственные оформление и ожидание заказов, и создал сами товары для интернет-магазина. В будущем хочу расширять возможности сайта, добавив техподдержку, аккаунты для модераторов сайта, и возможностью добавления товаров через сам сайт.</a:t>
            </a:r>
          </a:p>
        </p:txBody>
      </p:sp>
    </p:spTree>
    <p:extLst>
      <p:ext uri="{BB962C8B-B14F-4D97-AF65-F5344CB8AC3E}">
        <p14:creationId xmlns:p14="http://schemas.microsoft.com/office/powerpoint/2010/main" val="406415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4F2CE14-AAD2-C87F-4F1D-D3C196E5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46626446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369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Website “tovarish”</vt:lpstr>
      <vt:lpstr>Идея проекта</vt:lpstr>
      <vt:lpstr>Структура </vt:lpstr>
      <vt:lpstr>Особенности и технологии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</cp:revision>
  <dcterms:created xsi:type="dcterms:W3CDTF">2026-05-09T12:56:16Z</dcterms:created>
  <dcterms:modified xsi:type="dcterms:W3CDTF">2026-05-09T13:36:42Z</dcterms:modified>
</cp:coreProperties>
</file>